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Artificial Intelligence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Introduction</a:t>
            </a:r>
          </a:p>
          <a:p>
            <a:pPr>
              <a:spcBef>
                <a:spcPts val="800"/>
              </a:spcBef>
              <a:defRPr sz="2000"/>
            </a:pPr>
            <a:r>
              <a:t>• Key Points</a:t>
            </a:r>
          </a:p>
          <a:p>
            <a:pPr>
              <a:spcBef>
                <a:spcPts val="800"/>
              </a:spcBef>
              <a:defRPr sz="2000"/>
            </a:pPr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Background</a:t>
            </a:r>
          </a:p>
          <a:p>
            <a:pPr>
              <a:spcBef>
                <a:spcPts val="800"/>
              </a:spcBef>
              <a:defRPr sz="2000"/>
            </a:pPr>
            <a:r>
              <a:t>• Importance</a:t>
            </a:r>
          </a:p>
          <a:p>
            <a:pPr>
              <a:spcBef>
                <a:spcPts val="800"/>
              </a:spcBef>
              <a:defRPr sz="2000"/>
            </a:pPr>
            <a:r>
              <a:t>• Scope</a:t>
            </a:r>
          </a:p>
        </p:txBody>
      </p:sp>
      <p:pic>
        <p:nvPicPr>
          <p:cNvPr id="4" name="Picture 3" descr="placeholder_int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Main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Concept 1</a:t>
            </a:r>
          </a:p>
          <a:p>
            <a:pPr>
              <a:spcBef>
                <a:spcPts val="800"/>
              </a:spcBef>
              <a:defRPr sz="2000"/>
            </a:pPr>
            <a:r>
              <a:t>• Concept 2</a:t>
            </a:r>
          </a:p>
          <a:p>
            <a:pPr>
              <a:spcBef>
                <a:spcPts val="800"/>
              </a:spcBef>
              <a:defRPr sz="2000"/>
            </a:pPr>
            <a:r>
              <a:t>• Concept 3</a:t>
            </a:r>
          </a:p>
        </p:txBody>
      </p:sp>
      <p:pic>
        <p:nvPicPr>
          <p:cNvPr id="4" name="Picture 3" descr="placeholder_ide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Steps</a:t>
            </a:r>
          </a:p>
          <a:p>
            <a:pPr>
              <a:spcBef>
                <a:spcPts val="800"/>
              </a:spcBef>
              <a:defRPr sz="2000"/>
            </a:pPr>
            <a:r>
              <a:t>• Requirements</a:t>
            </a:r>
          </a:p>
          <a:p>
            <a:pPr>
              <a:spcBef>
                <a:spcPts val="800"/>
              </a:spcBef>
              <a:defRPr sz="2000"/>
            </a:pPr>
            <a:r>
              <a:t>• Timeline</a:t>
            </a:r>
          </a:p>
        </p:txBody>
      </p:sp>
      <p:pic>
        <p:nvPicPr>
          <p:cNvPr id="4" name="Picture 3" descr="placeholder_implemen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Summary</a:t>
            </a:r>
          </a:p>
          <a:p>
            <a:pPr>
              <a:spcBef>
                <a:spcPts val="800"/>
              </a:spcBef>
              <a:defRPr sz="2000"/>
            </a:pPr>
            <a:r>
              <a:t>• Key Takeaways</a:t>
            </a:r>
          </a:p>
          <a:p>
            <a:pPr>
              <a:spcBef>
                <a:spcPts val="800"/>
              </a:spcBef>
              <a:defRPr sz="2000"/>
            </a:pPr>
            <a:r>
              <a:t>• Q&amp;A</a:t>
            </a:r>
          </a:p>
        </p:txBody>
      </p:sp>
      <p:pic>
        <p:nvPicPr>
          <p:cNvPr id="4" name="Picture 3" descr="placeholder_succ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